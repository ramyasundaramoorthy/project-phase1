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CyberAnalyst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AI-Assisted Cybersecurity Analyst Platform for a Simulated Healthcare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Healthcare applications handle sensitive patient information.</a:t>
            </a:r>
          </a:p>
          <a:p>
            <a:pPr>
              <a:spcAft>
                <a:spcPts val="1000"/>
              </a:spcAft>
              <a:defRPr sz="2000"/>
            </a:pPr>
            <a:r>
              <a:t>Security telemetry can contain large volumes of events that require investigation.</a:t>
            </a:r>
          </a:p>
          <a:p>
            <a:pPr>
              <a:spcAft>
                <a:spcPts val="1000"/>
              </a:spcAft>
              <a:defRPr sz="2000"/>
            </a:pPr>
            <a:r>
              <a:t>Analysts need anomaly detection, threat classification, correlation and contextual investigation.</a:t>
            </a:r>
          </a:p>
          <a:p>
            <a:pPr>
              <a:spcAft>
                <a:spcPts val="1000"/>
              </a:spcAft>
              <a:defRPr sz="2000"/>
            </a:pPr>
            <a:r>
              <a:t>The project combines ML, security telemetry, MITRE ATT&amp;CK and GenAI into one analyst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Collect application and network security telemetry.</a:t>
            </a:r>
          </a:p>
          <a:p>
            <a:pPr>
              <a:spcAft>
                <a:spcPts val="1000"/>
              </a:spcAft>
              <a:defRPr sz="2000"/>
            </a:pPr>
            <a:r>
              <a:t>Detect anomalous behavior using Isolation Forest.</a:t>
            </a:r>
          </a:p>
          <a:p>
            <a:pPr>
              <a:spcAft>
                <a:spcPts val="1000"/>
              </a:spcAft>
              <a:defRPr sz="2000"/>
            </a:pPr>
            <a:r>
              <a:t>Classify known threat categories using XGBoost.</a:t>
            </a:r>
          </a:p>
          <a:p>
            <a:pPr>
              <a:spcAft>
                <a:spcPts val="1000"/>
              </a:spcAft>
              <a:defRPr sz="2000"/>
            </a:pPr>
            <a:r>
              <a:t>Correlate related events into incidents and calculate risk.</a:t>
            </a:r>
          </a:p>
          <a:p>
            <a:pPr>
              <a:spcAft>
                <a:spcPts val="1000"/>
              </a:spcAft>
              <a:defRPr sz="2000"/>
            </a:pPr>
            <a:r>
              <a:t>Map incidents to MITRE ATT&amp;CK techniques.</a:t>
            </a:r>
          </a:p>
          <a:p>
            <a:pPr>
              <a:spcAft>
                <a:spcPts val="1000"/>
              </a:spcAft>
              <a:defRPr sz="2000"/>
            </a:pPr>
            <a:r>
              <a:t>Generate AI-assisted investigation summaries and recommendations.</a:t>
            </a:r>
          </a:p>
          <a:p>
            <a:pPr>
              <a:spcAft>
                <a:spcPts val="1000"/>
              </a:spcAft>
              <a:defRPr sz="2000"/>
            </a:pPr>
            <a:r>
              <a:t>Keep final incident decisions with a human analyst.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Healthcare Application → Demo Simulator / Suricata → EVE JSON</a:t>
            </a:r>
          </a:p>
          <a:p>
            <a:pPr>
              <a:spcAft>
                <a:spcPts val="1000"/>
              </a:spcAft>
              <a:defRPr sz="1800"/>
            </a:pPr>
            <a:r>
              <a:t>EVE JSON → Event Normalization → Incident Correlation</a:t>
            </a:r>
          </a:p>
          <a:p>
            <a:pPr>
              <a:spcAft>
                <a:spcPts val="1000"/>
              </a:spcAft>
              <a:defRPr sz="1800"/>
            </a:pPr>
            <a:r>
              <a:t>Isolation Forest + XGBoost → Risk Engine → MITRE ATT&amp;CK</a:t>
            </a:r>
          </a:p>
          <a:p>
            <a:pPr>
              <a:spcAft>
                <a:spcPts val="1000"/>
              </a:spcAft>
              <a:defRPr sz="1800"/>
            </a:pPr>
            <a:r>
              <a:t>Gemini AI → SOC Dashboard → Human Analyst</a:t>
            </a:r>
          </a:p>
          <a:p>
            <a:pPr>
              <a:spcAft>
                <a:spcPts val="1000"/>
              </a:spcAft>
              <a:defRPr sz="1800"/>
            </a:pPr>
            <a:r>
              <a:t>High-risk incidents → Gmail notification</a:t>
            </a:r>
          </a:p>
          <a:p>
            <a:pPr>
              <a:spcAft>
                <a:spcPts val="1000"/>
              </a:spcAft>
              <a:defRPr sz="1800"/>
            </a:pPr>
            <a:r>
              <a:t>Analyst actions →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Healthcare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Admin authentication</a:t>
            </a:r>
          </a:p>
          <a:p>
            <a:pPr>
              <a:spcAft>
                <a:spcPts val="1000"/>
              </a:spcAft>
              <a:defRPr sz="2000"/>
            </a:pPr>
            <a:r>
              <a:t>Patient History</a:t>
            </a:r>
          </a:p>
          <a:p>
            <a:pPr>
              <a:spcAft>
                <a:spcPts val="1000"/>
              </a:spcAft>
              <a:defRPr sz="2000"/>
            </a:pPr>
            <a:r>
              <a:t>Search patient records</a:t>
            </a:r>
          </a:p>
          <a:p>
            <a:pPr>
              <a:spcAft>
                <a:spcPts val="1000"/>
              </a:spcAft>
              <a:defRPr sz="2000"/>
            </a:pPr>
            <a:r>
              <a:t>View patient details</a:t>
            </a:r>
          </a:p>
          <a:p>
            <a:pPr>
              <a:spcAft>
                <a:spcPts val="1000"/>
              </a:spcAft>
              <a:defRPr sz="2000"/>
            </a:pPr>
            <a:r>
              <a:t>Add / modify / delete records</a:t>
            </a:r>
          </a:p>
          <a:p>
            <a:pPr>
              <a:spcAft>
                <a:spcPts val="1000"/>
              </a:spcAft>
              <a:defRPr sz="2000"/>
            </a:pPr>
            <a:r>
              <a:t>Security Dashboard entry point</a:t>
            </a:r>
          </a:p>
          <a:p>
            <a:pPr>
              <a:spcAft>
                <a:spcPts val="1000"/>
              </a:spcAft>
              <a:defRPr sz="2000"/>
            </a:pPr>
            <a:r>
              <a:t>SQLite database for the controlled demonstration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Security Telemetry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Demo Mode: controlled simulator produces Suricata-shaped EVE JSON.</a:t>
            </a:r>
          </a:p>
          <a:p>
            <a:pPr>
              <a:spcAft>
                <a:spcPts val="1000"/>
              </a:spcAft>
              <a:defRPr sz="2000"/>
            </a:pPr>
            <a:r>
              <a:t>Suricata Mode: local Suricata EVE JSON can be consumed directly.</a:t>
            </a:r>
          </a:p>
          <a:p>
            <a:pPr>
              <a:spcAft>
                <a:spcPts val="1000"/>
              </a:spcAft>
              <a:defRPr sz="2000"/>
            </a:pPr>
            <a:r>
              <a:t>Common fields include source/destination IPs, ports, protocol, alert signature and severity.</a:t>
            </a:r>
          </a:p>
          <a:p>
            <a:pPr>
              <a:spcAft>
                <a:spcPts val="1000"/>
              </a:spcAft>
              <a:defRPr sz="2000"/>
            </a:pPr>
            <a:r>
              <a:t>Both modes use the same downstream analysis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Isolation Forest: identifies unusual behavior compared with normal activity.</a:t>
            </a:r>
          </a:p>
          <a:p>
            <a:pPr>
              <a:spcAft>
                <a:spcPts val="1000"/>
              </a:spcAft>
              <a:defRPr sz="2000"/>
            </a:pPr>
            <a:r>
              <a:t>XGBoost: classifies known threat categories.</a:t>
            </a:r>
          </a:p>
          <a:p>
            <a:pPr>
              <a:spcAft>
                <a:spcPts val="1000"/>
              </a:spcAft>
              <a:defRPr sz="2000"/>
            </a:pPr>
            <a:r>
              <a:t>Threat classes: Normal, Brute Force, Port Scan, SQL Injection, Unauthorized Access, Privilege Escalation, Data Exfiltration.</a:t>
            </a:r>
          </a:p>
          <a:p>
            <a:pPr>
              <a:spcAft>
                <a:spcPts val="1000"/>
              </a:spcAft>
              <a:defRPr sz="2000"/>
            </a:pPr>
            <a:r>
              <a:t>The project includes training, evaluation and saved model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Controlled evaluation uses synthetic/controlled telemetry.</a:t>
            </a:r>
          </a:p>
          <a:p>
            <a:pPr>
              <a:spcAft>
                <a:spcPts val="1000"/>
              </a:spcAft>
              <a:defRPr sz="1800"/>
            </a:pPr>
            <a:r>
              <a:t>XGBoost: approximately 91.9% accuracy and 91.9% weighted F1 on the generated evaluation set.</a:t>
            </a:r>
          </a:p>
          <a:p>
            <a:pPr>
              <a:spcAft>
                <a:spcPts val="1000"/>
              </a:spcAft>
              <a:defRPr sz="1800"/>
            </a:pPr>
            <a:r>
              <a:t>Isolation Forest: approximately 98.4% precision, 98.3% recall and 98.4% F1 for binary normal-vs-anomaly evaluation.</a:t>
            </a:r>
          </a:p>
          <a:p>
            <a:pPr>
              <a:spcAft>
                <a:spcPts val="1000"/>
              </a:spcAft>
              <a:defRPr sz="1800"/>
            </a:pPr>
            <a:r>
              <a:t>These values describe the controlled dataset only and are not production performance claims.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Incident Correlation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Related events can be grouped by source IP and threat family.</a:t>
            </a:r>
          </a:p>
          <a:p>
            <a:pPr>
              <a:spcAft>
                <a:spcPts val="1000"/>
              </a:spcAft>
              <a:defRPr sz="2000"/>
            </a:pPr>
            <a:r>
              <a:t>The incident retains event count and severity context.</a:t>
            </a:r>
          </a:p>
          <a:p>
            <a:pPr>
              <a:spcAft>
                <a:spcPts val="1000"/>
              </a:spcAft>
              <a:defRPr sz="2000"/>
            </a:pPr>
            <a:r>
              <a:t>Risk scoring prioritizes investigation.</a:t>
            </a:r>
          </a:p>
          <a:p>
            <a:pPr>
              <a:spcAft>
                <a:spcPts val="1000"/>
              </a:spcAft>
              <a:defRPr sz="2000"/>
            </a:pPr>
            <a:r>
              <a:t>Risk is a project-specific prioritization value, not a universal security standard.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MITRE ATT&amp;CK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Brute Force → T1110</a:t>
            </a:r>
          </a:p>
          <a:p>
            <a:pPr>
              <a:spcAft>
                <a:spcPts val="1000"/>
              </a:spcAft>
              <a:defRPr sz="1800"/>
            </a:pPr>
            <a:r>
              <a:t>Network Service Scanning → T1046</a:t>
            </a:r>
          </a:p>
          <a:p>
            <a:pPr>
              <a:spcAft>
                <a:spcPts val="1000"/>
              </a:spcAft>
              <a:defRPr sz="1800"/>
            </a:pPr>
            <a:r>
              <a:t>Exploit Public-Facing Application → T1190</a:t>
            </a:r>
          </a:p>
          <a:p>
            <a:pPr>
              <a:spcAft>
                <a:spcPts val="1000"/>
              </a:spcAft>
              <a:defRPr sz="1800"/>
            </a:pPr>
            <a:r>
              <a:t>Valid Accounts → T1078</a:t>
            </a:r>
          </a:p>
          <a:p>
            <a:pPr>
              <a:spcAft>
                <a:spcPts val="1000"/>
              </a:spcAft>
              <a:defRPr sz="1800"/>
            </a:pPr>
            <a:r>
              <a:t>Privilege Escalation → T1068</a:t>
            </a:r>
          </a:p>
          <a:p>
            <a:pPr>
              <a:spcAft>
                <a:spcPts val="1000"/>
              </a:spcAft>
              <a:defRPr sz="1800"/>
            </a:pPr>
            <a:r>
              <a:t>Data Exfiltration → T1041</a:t>
            </a:r>
          </a:p>
          <a:p>
            <a:pPr>
              <a:spcAft>
                <a:spcPts val="1000"/>
              </a:spcAft>
              <a:defRPr sz="1800"/>
            </a:pPr>
            <a:r>
              <a:t>Mappings are project-level detection mappings and should be reviewed by analysts.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Gemini AI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Structured incident evidence is supplied to Gemini.</a:t>
            </a:r>
          </a:p>
          <a:p>
            <a:pPr>
              <a:spcAft>
                <a:spcPts val="1000"/>
              </a:spcAft>
              <a:defRPr sz="1800"/>
            </a:pPr>
            <a:r>
              <a:t>The response is requested as structured JSON.</a:t>
            </a:r>
          </a:p>
          <a:p>
            <a:pPr>
              <a:spcAft>
                <a:spcPts val="1000"/>
              </a:spcAft>
              <a:defRPr sz="1800"/>
            </a:pPr>
            <a:r>
              <a:t>Output includes summary, findings, evidence, MITRE explanation and recommended actions.</a:t>
            </a:r>
          </a:p>
          <a:p>
            <a:pPr>
              <a:spcAft>
                <a:spcPts val="1000"/>
              </a:spcAft>
              <a:defRPr sz="1800"/>
            </a:pPr>
            <a:r>
              <a:t>A deterministic local fallback keeps the demonstration functional if Gemini is unavailable.</a:t>
            </a:r>
          </a:p>
          <a:p>
            <a:pPr>
              <a:spcAft>
                <a:spcPts val="1000"/>
              </a:spcAft>
              <a:defRPr sz="1800"/>
            </a:pPr>
            <a:r>
              <a:t>AI output assists the analyst; it does not replace analyst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Detection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Tracks represented security use cases.</a:t>
            </a:r>
          </a:p>
          <a:p>
            <a:pPr>
              <a:spcAft>
                <a:spcPts val="1000"/>
              </a:spcAft>
              <a:defRPr sz="2000"/>
            </a:pPr>
            <a:r>
              <a:t>Shows covered techniques and detection gaps.</a:t>
            </a:r>
          </a:p>
          <a:p>
            <a:pPr>
              <a:spcAft>
                <a:spcPts val="1000"/>
              </a:spcAft>
              <a:defRPr sz="2000"/>
            </a:pPr>
            <a:r>
              <a:t>Provides recommendations for currently unrepresented use cases.</a:t>
            </a:r>
          </a:p>
          <a:p>
            <a:pPr>
              <a:spcAft>
                <a:spcPts val="1000"/>
              </a:spcAft>
              <a:defRPr sz="2000"/>
            </a:pPr>
            <a:r>
              <a:t>Connects security monitoring to MITRE-based coverage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Human-in-the-Loop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Incident generated → AI investigation → analyst review.</a:t>
            </a:r>
          </a:p>
          <a:p>
            <a:pPr>
              <a:spcAft>
                <a:spcPts val="1000"/>
              </a:spcAft>
              <a:defRPr sz="2000"/>
            </a:pPr>
            <a:r>
              <a:t>Analyst can Approve, Edit analyst notes, or Close.</a:t>
            </a:r>
          </a:p>
          <a:p>
            <a:pPr>
              <a:spcAft>
                <a:spcPts val="1000"/>
              </a:spcAft>
              <a:defRPr sz="2000"/>
            </a:pPr>
            <a:r>
              <a:t>Actions are written to the audit log.</a:t>
            </a:r>
          </a:p>
          <a:p>
            <a:pPr>
              <a:spcAft>
                <a:spcPts val="1000"/>
              </a:spcAft>
              <a:defRPr sz="2000"/>
            </a:pPr>
            <a:r>
              <a:t>High-risk incidents can generate Gmail notifications.</a:t>
            </a:r>
          </a:p>
          <a:p>
            <a:pPr>
              <a:spcAft>
                <a:spcPts val="1000"/>
              </a:spcAft>
              <a:defRPr sz="2000"/>
            </a:pPr>
            <a:r>
              <a:t>This reduces dependence on fully automated security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Frontend: HTML, CSS, JavaScript</a:t>
            </a:r>
          </a:p>
          <a:p>
            <a:pPr>
              <a:spcAft>
                <a:spcPts val="1000"/>
              </a:spcAft>
              <a:defRPr sz="1800"/>
            </a:pPr>
            <a:r>
              <a:t>Backend: Python + Flask</a:t>
            </a:r>
          </a:p>
          <a:p>
            <a:pPr>
              <a:spcAft>
                <a:spcPts val="1000"/>
              </a:spcAft>
              <a:defRPr sz="1800"/>
            </a:pPr>
            <a:r>
              <a:t>Database: SQLite</a:t>
            </a:r>
          </a:p>
          <a:p>
            <a:pPr>
              <a:spcAft>
                <a:spcPts val="1000"/>
              </a:spcAft>
              <a:defRPr sz="1800"/>
            </a:pPr>
            <a:r>
              <a:t>Network security monitoring: Suricata</a:t>
            </a:r>
          </a:p>
          <a:p>
            <a:pPr>
              <a:spcAft>
                <a:spcPts val="1000"/>
              </a:spcAft>
              <a:defRPr sz="1800"/>
            </a:pPr>
            <a:r>
              <a:t>ML: Isolation Forest + XGBoost</a:t>
            </a:r>
          </a:p>
          <a:p>
            <a:pPr>
              <a:spcAft>
                <a:spcPts val="1000"/>
              </a:spcAft>
              <a:defRPr sz="1800"/>
            </a:pPr>
            <a:r>
              <a:t>Threat framework: MITRE ATT&amp;CK</a:t>
            </a:r>
          </a:p>
          <a:p>
            <a:pPr>
              <a:spcAft>
                <a:spcPts val="1000"/>
              </a:spcAft>
              <a:defRPr sz="1800"/>
            </a:pPr>
            <a:r>
              <a:t>GenAI: Gemini API</a:t>
            </a:r>
          </a:p>
          <a:p>
            <a:pPr>
              <a:spcAft>
                <a:spcPts val="1000"/>
              </a:spcAft>
              <a:defRPr sz="1800"/>
            </a:pPr>
            <a:r>
              <a:t>Email: Gmail SMTP</a:t>
            </a:r>
          </a:p>
          <a:p>
            <a:pPr>
              <a:spcAft>
                <a:spcPts val="1000"/>
              </a:spcAft>
              <a:defRPr sz="1800"/>
            </a:pPr>
            <a:r>
              <a:t>Telemetry: JSON / Suricata EVE JSON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Login to healthcare portal</a:t>
            </a:r>
          </a:p>
          <a:p>
            <a:pPr>
              <a:spcAft>
                <a:spcPts val="1000"/>
              </a:spcAft>
              <a:defRPr sz="1800"/>
            </a:pPr>
            <a:r>
              <a:t>2. Open Patient History</a:t>
            </a:r>
          </a:p>
          <a:p>
            <a:pPr>
              <a:spcAft>
                <a:spcPts val="1000"/>
              </a:spcAft>
              <a:defRPr sz="1800"/>
            </a:pPr>
            <a:r>
              <a:t>3. Open SOC Dashboard</a:t>
            </a:r>
          </a:p>
          <a:p>
            <a:pPr>
              <a:spcAft>
                <a:spcPts val="1000"/>
              </a:spcAft>
              <a:defRPr sz="1800"/>
            </a:pPr>
            <a:r>
              <a:t>4. Run a controlled attack simulation</a:t>
            </a:r>
          </a:p>
          <a:p>
            <a:pPr>
              <a:spcAft>
                <a:spcPts val="1000"/>
              </a:spcAft>
              <a:defRPr sz="1800"/>
            </a:pPr>
            <a:r>
              <a:t>5. Observe Live Security Events</a:t>
            </a:r>
          </a:p>
          <a:p>
            <a:pPr>
              <a:spcAft>
                <a:spcPts val="1000"/>
              </a:spcAft>
              <a:defRPr sz="1800"/>
            </a:pPr>
            <a:r>
              <a:t>6. Inspect generated incident</a:t>
            </a:r>
          </a:p>
          <a:p>
            <a:pPr>
              <a:spcAft>
                <a:spcPts val="1000"/>
              </a:spcAft>
              <a:defRPr sz="1800"/>
            </a:pPr>
            <a:r>
              <a:t>7. Review ML + MITRE + Gemini analysis</a:t>
            </a:r>
          </a:p>
          <a:p>
            <a:pPr>
              <a:spcAft>
                <a:spcPts val="1000"/>
              </a:spcAft>
              <a:defRPr sz="1800"/>
            </a:pPr>
            <a:r>
              <a:t>8. Trigger/check high-risk email</a:t>
            </a:r>
          </a:p>
          <a:p>
            <a:pPr>
              <a:spcAft>
                <a:spcPts val="1000"/>
              </a:spcAft>
              <a:defRPr sz="1800"/>
            </a:pPr>
            <a:r>
              <a:t>9. Approve, edit or close</a:t>
            </a:r>
          </a:p>
          <a:p>
            <a:pPr>
              <a:spcAft>
                <a:spcPts val="1000"/>
              </a:spcAft>
              <a:defRPr sz="1800"/>
            </a:pPr>
            <a:r>
              <a:t>10. Verify Audit 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Controlled telemetry is not representative of production traffic.</a:t>
            </a:r>
          </a:p>
          <a:p>
            <a:pPr>
              <a:spcAft>
                <a:spcPts val="1000"/>
              </a:spcAft>
              <a:defRPr sz="2000"/>
            </a:pPr>
            <a:r>
              <a:t>Public network datasets do not automatically represent healthcare application behavior.</a:t>
            </a:r>
          </a:p>
          <a:p>
            <a:pPr>
              <a:spcAft>
                <a:spcPts val="1000"/>
              </a:spcAft>
              <a:defRPr sz="2000"/>
            </a:pPr>
            <a:r>
              <a:t>Risk and MITRE mappings are project-specific.</a:t>
            </a:r>
          </a:p>
          <a:p>
            <a:pPr>
              <a:spcAft>
                <a:spcPts val="1000"/>
              </a:spcAft>
              <a:defRPr sz="2000"/>
            </a:pPr>
            <a:r>
              <a:t>SQLite is intended for the local demonstration.</a:t>
            </a:r>
          </a:p>
          <a:p>
            <a:pPr>
              <a:spcAft>
                <a:spcPts val="1000"/>
              </a:spcAft>
              <a:defRPr sz="2000"/>
            </a:pPr>
            <a:r>
              <a:t>GenAI output requires analyst validation.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Kafka or another event-streaming layer for high-volume ingestion.</a:t>
            </a:r>
          </a:p>
          <a:p>
            <a:pPr>
              <a:spcAft>
                <a:spcPts val="1000"/>
              </a:spcAft>
              <a:defRPr sz="2000"/>
            </a:pPr>
            <a:r>
              <a:t>OpenSearch/PostgreSQL for scalable event storage.</a:t>
            </a:r>
          </a:p>
          <a:p>
            <a:pPr>
              <a:spcAft>
                <a:spcPts val="1000"/>
              </a:spcAft>
              <a:defRPr sz="2000"/>
            </a:pPr>
            <a:r>
              <a:t>More advanced temporal/entity correlation.</a:t>
            </a:r>
          </a:p>
          <a:p>
            <a:pPr>
              <a:spcAft>
                <a:spcPts val="1000"/>
              </a:spcAft>
              <a:defRPr sz="2000"/>
            </a:pPr>
            <a:r>
              <a:t>Independent healthcare telemetry collection.</a:t>
            </a:r>
          </a:p>
          <a:p>
            <a:pPr>
              <a:spcAft>
                <a:spcPts val="1000"/>
              </a:spcAft>
              <a:defRPr sz="2000"/>
            </a:pPr>
            <a:r>
              <a:t>Expanded MITRE technique coverage.</a:t>
            </a:r>
          </a:p>
          <a:p>
            <a:pPr>
              <a:spcAft>
                <a:spcPts val="1000"/>
              </a:spcAft>
              <a:defRPr sz="2000"/>
            </a:pPr>
            <a:r>
              <a:t>Full WebSocket push for dashboard updates.</a:t>
            </a:r>
          </a:p>
          <a:p>
            <a:pPr>
              <a:spcAft>
                <a:spcPts val="1000"/>
              </a:spcAft>
              <a:defRPr sz="2000"/>
            </a:pPr>
            <a:r>
              <a:t>Role-based access control and secure production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CyberAnalyst AI integrates telemetry, ML, threat mapping, GenAI and human review.</a:t>
            </a:r>
          </a:p>
          <a:p>
            <a:pPr>
              <a:spcAft>
                <a:spcPts val="1000"/>
              </a:spcAft>
              <a:defRPr sz="2000"/>
            </a:pPr>
            <a:r>
              <a:t>It provides an end-to-end analyst workflow rather than an isolated ML model.</a:t>
            </a:r>
          </a:p>
          <a:p>
            <a:pPr>
              <a:spcAft>
                <a:spcPts val="1000"/>
              </a:spcAft>
              <a:defRPr sz="2000"/>
            </a:pPr>
            <a:r>
              <a:t>The architecture supports both controlled demonstration and optional local Suricata telemetry.</a:t>
            </a:r>
          </a:p>
          <a:p>
            <a:pPr>
              <a:spcAft>
                <a:spcPts val="1000"/>
              </a:spcAft>
              <a:defRPr sz="2000"/>
            </a:pPr>
            <a:r>
              <a:t>The final decision remains with the human analyst.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